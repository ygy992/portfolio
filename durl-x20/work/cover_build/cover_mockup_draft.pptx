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c710f08094808" /><Relationship Type="http://schemas.openxmlformats.org/officeDocument/2006/relationships/extended-properties" Target="/docProps/app.xml" Id="R0d58d2f053f44d24" /><Relationship Type="http://schemas.openxmlformats.org/officeDocument/2006/relationships/officeDocument" Target="/ppt/presentation.xml" Id="Re64cdcb9f965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dc6be4e37480b"/>
  </p:sldMasterIdLst>
  <p:notesMasterIdLst>
    <p:notesMasterId xmlns:r="http://schemas.openxmlformats.org/officeDocument/2006/relationships" r:id="R46007a9ac0194703"/>
  </p:notesMasterIdLst>
  <p:sldIdLst>
    <p:sldId xmlns:r="http://schemas.openxmlformats.org/officeDocument/2006/relationships" id="256" r:id="Reea75baec312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8a6d993c242d8" /><Relationship Type="http://schemas.openxmlformats.org/officeDocument/2006/relationships/slideMaster" Target="/ppt/slideMasters/slideMaster1.xml" Id="Rd26dc6be4e37480b" /><Relationship Type="http://schemas.openxmlformats.org/officeDocument/2006/relationships/notesMaster" Target="/ppt/notesMasters/notesMaster1.xml" Id="R46007a9ac0194703" /><Relationship Type="http://schemas.openxmlformats.org/officeDocument/2006/relationships/presProps" Target="/ppt/presProps.xml" Id="Rfbf7b0f36d0b46d5" /><Relationship Type="http://schemas.openxmlformats.org/officeDocument/2006/relationships/tableStyles" Target="/ppt/tableStyles.xml" Id="Rc99346641cb04a84" /><Relationship Type="http://schemas.openxmlformats.org/officeDocument/2006/relationships/slide" Target="/ppt/slides/slide1.xml" Id="Reea75baec312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aa2bdba1904e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eb22497dc4de3" /><Relationship Type="http://schemas.openxmlformats.org/officeDocument/2006/relationships/notesMaster" Target="/ppt/notesMasters/notesMaster1.xml" Id="R01aab4b3bcfd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62804e78b4c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ce9a3d8b74b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7dfd70e9c40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ff808065642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48de63d6c43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bb62b333a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C5DEF-AAF1-404E-98BD-4FC9B3F49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E7D27F-E70D-41B3-AF05-5533956A5A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FFDFA7-D7EB-4785-BF1B-7A85C4D61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D6E575-A5A7-425C-88C8-96224EFB5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E08550-BBD6-437C-AF15-DD24C89E5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A90531-6D5B-4AF8-B5A1-2833DE50D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DF1A4A-E5AD-48DE-B94D-E57BFAADFA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F5DE98-0D43-497D-B725-701C691B92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F9F6A1-06B2-4FC2-B9C6-7C029BF91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30BED-0411-473D-A376-D19655B94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27735759a473f" /><Relationship Type="http://schemas.openxmlformats.org/officeDocument/2006/relationships/slideLayout" Target="/ppt/slideLayouts/slideLayout1.xml" Id="R7259d15a4183406c" /><Relationship Type="http://schemas.openxmlformats.org/officeDocument/2006/relationships/slideLayout" Target="/ppt/slideLayouts/slideLayout2.xml" Id="R299064843fe14d07" /><Relationship Type="http://schemas.openxmlformats.org/officeDocument/2006/relationships/slideLayout" Target="/ppt/slideLayouts/slideLayout3.xml" Id="Rb975df29fcfa4451" /><Relationship Type="http://schemas.openxmlformats.org/officeDocument/2006/relationships/slideLayout" Target="/ppt/slideLayouts/slideLayout4.xml" Id="Rb9f98ea963a440e2" /><Relationship Type="http://schemas.openxmlformats.org/officeDocument/2006/relationships/slideLayout" Target="/ppt/slideLayouts/slideLayout5.xml" Id="R32309ab8063b494a" /><Relationship Type="http://schemas.openxmlformats.org/officeDocument/2006/relationships/slideLayout" Target="/ppt/slideLayouts/slideLayout6.xml" Id="R2b594be18e03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9d15a4183406c"/>
    <p:sldLayoutId xmlns:r="http://schemas.openxmlformats.org/officeDocument/2006/relationships" id="2147483650" r:id="R299064843fe14d07"/>
    <p:sldLayoutId xmlns:r="http://schemas.openxmlformats.org/officeDocument/2006/relationships" id="2147483651" r:id="Rb975df29fcfa4451"/>
    <p:sldLayoutId xmlns:r="http://schemas.openxmlformats.org/officeDocument/2006/relationships" id="2147483652" r:id="Rb9f98ea963a440e2"/>
    <p:sldLayoutId xmlns:r="http://schemas.openxmlformats.org/officeDocument/2006/relationships" id="2147483653" r:id="R32309ab8063b494a"/>
    <p:sldLayoutId xmlns:r="http://schemas.openxmlformats.org/officeDocument/2006/relationships" id="2147483654" r:id="R2b594be18e03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e559c652140ad" /><Relationship Type="http://schemas.openxmlformats.org/officeDocument/2006/relationships/image" Target="/ppt/media/image.png" Id="Rb211265a5928463a" /><Relationship Type="http://schemas.openxmlformats.org/officeDocument/2006/relationships/notesSlide" Target="/ppt/notesSlides/notesSlide1.xml" Id="R58da80d1c5fb47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ortfolio-label">
            <a:extLst xmlns:a="http://schemas.openxmlformats.org/drawingml/2006/main">
              <a:ext uri="{FF2B5EF4-FFF2-40B4-BE49-F238E27FC236}">
                <a16:creationId xmlns:a16="http://schemas.microsoft.com/office/drawing/2014/main" id="{AAC9CBF0-AC41-454B-B8DE-490BB251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5A8DFF"/>
                </a:solidFill>
              </a:defRPr>
            </a:defPPr>
            <a:lvl1pPr>
              <a:defRPr sz="1275" b="1">
                <a:solidFill>
                  <a:srgbClr val="5A8DFF"/>
                </a:solidFill>
              </a:defRPr>
            </a:lvl1pPr>
            <a:lvl2pPr>
              <a:defRPr sz="1275" b="1">
                <a:solidFill>
                  <a:srgbClr val="5A8DFF"/>
                </a:solidFill>
              </a:defRPr>
            </a:lvl2pPr>
            <a:lvl3pPr>
              <a:defRPr sz="1275" b="1">
                <a:solidFill>
                  <a:srgbClr val="5A8DFF"/>
                </a:solidFill>
              </a:defRPr>
            </a:lvl3pPr>
            <a:lvl4pPr>
              <a:defRPr sz="1275" b="1">
                <a:solidFill>
                  <a:srgbClr val="5A8DFF"/>
                </a:solidFill>
              </a:defRPr>
            </a:lvl4pPr>
            <a:lvl5pPr>
              <a:defRPr sz="1275" b="1">
                <a:solidFill>
                  <a:srgbClr val="5A8DFF"/>
                </a:solidFill>
              </a:defRPr>
            </a:lvl5pPr>
            <a:lvl6pPr>
              <a:defRPr sz="1275" b="1">
                <a:solidFill>
                  <a:srgbClr val="5A8DFF"/>
                </a:solidFill>
              </a:defRPr>
            </a:lvl6pPr>
            <a:lvl7pPr>
              <a:defRPr sz="1275" b="1">
                <a:solidFill>
                  <a:srgbClr val="5A8DFF"/>
                </a:solidFill>
              </a:defRPr>
            </a:lvl7pPr>
            <a:lvl8pPr>
              <a:defRPr sz="1275" b="1">
                <a:solidFill>
                  <a:srgbClr val="5A8DFF"/>
                </a:solidFill>
              </a:defRPr>
            </a:lvl8pPr>
            <a:lvl9pPr>
              <a:defRPr sz="1275" b="1">
                <a:solidFill>
                  <a:srgbClr val="5A8D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A8DFF"/>
                </a:solidFill>
              </a:defRPr>
            </a:pPr>
            <a:r>
              <a:rPr sz="1275" b="1">
                <a:solidFill>
                  <a:srgbClr val="5A8DFF"/>
                </a:solidFill>
              </a:rPr>
              <a:t>GAME CLIENT PROGRAMMER     PORTFOLIO · 2026</a:t>
            </a:r>
          </a:p>
        </p:txBody>
      </p:sp>
      <p:sp>
        <p:nvSpPr>
          <p:cNvPr id="2" name="candidate-name">
            <a:extLst xmlns:a="http://schemas.openxmlformats.org/drawingml/2006/main">
              <a:ext uri="{FF2B5EF4-FFF2-40B4-BE49-F238E27FC236}">
                <a16:creationId xmlns:a16="http://schemas.microsoft.com/office/drawing/2014/main" id="{CEE943E5-CB63-4434-8C60-B0F6B1AE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F4F5F7"/>
                </a:solidFill>
              </a:defRPr>
            </a:defPPr>
            <a:lvl1pPr>
              <a:defRPr sz="3150" b="1">
                <a:solidFill>
                  <a:srgbClr val="F4F5F7"/>
                </a:solidFill>
              </a:defRPr>
            </a:lvl1pPr>
            <a:lvl2pPr>
              <a:defRPr sz="3150" b="1">
                <a:solidFill>
                  <a:srgbClr val="F4F5F7"/>
                </a:solidFill>
              </a:defRPr>
            </a:lvl2pPr>
            <a:lvl3pPr>
              <a:defRPr sz="3150" b="1">
                <a:solidFill>
                  <a:srgbClr val="F4F5F7"/>
                </a:solidFill>
              </a:defRPr>
            </a:lvl3pPr>
            <a:lvl4pPr>
              <a:defRPr sz="3150" b="1">
                <a:solidFill>
                  <a:srgbClr val="F4F5F7"/>
                </a:solidFill>
              </a:defRPr>
            </a:lvl4pPr>
            <a:lvl5pPr>
              <a:defRPr sz="3150" b="1">
                <a:solidFill>
                  <a:srgbClr val="F4F5F7"/>
                </a:solidFill>
              </a:defRPr>
            </a:lvl5pPr>
            <a:lvl6pPr>
              <a:defRPr sz="3150" b="1">
                <a:solidFill>
                  <a:srgbClr val="F4F5F7"/>
                </a:solidFill>
              </a:defRPr>
            </a:lvl6pPr>
            <a:lvl7pPr>
              <a:defRPr sz="3150" b="1">
                <a:solidFill>
                  <a:srgbClr val="F4F5F7"/>
                </a:solidFill>
              </a:defRPr>
            </a:lvl7pPr>
            <a:lvl8pPr>
              <a:defRPr sz="3150" b="1">
                <a:solidFill>
                  <a:srgbClr val="F4F5F7"/>
                </a:solidFill>
              </a:defRPr>
            </a:lvl8pPr>
            <a:lvl9pPr>
              <a:defRPr sz="3150" b="1">
                <a:solidFill>
                  <a:srgbClr val="F4F5F7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4F5F7"/>
                </a:solidFill>
              </a:defRPr>
            </a:pPr>
            <a:r>
              <a:rPr sz="3150" b="1">
                <a:solidFill>
                  <a:srgbClr val="F4F5F7"/>
                </a:solidFill>
              </a:rPr>
              <a:t>김수현</a:t>
            </a:r>
          </a:p>
        </p:txBody>
      </p:sp>
      <p:sp>
        <p:nvSpPr>
          <p:cNvPr id="3" name="positioning">
            <a:extLst xmlns:a="http://schemas.openxmlformats.org/drawingml/2006/main">
              <a:ext uri="{FF2B5EF4-FFF2-40B4-BE49-F238E27FC236}">
                <a16:creationId xmlns:a16="http://schemas.microsoft.com/office/drawing/2014/main" id="{BCEB3F7C-E82B-481F-B277-43A93336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52197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F4F5F7"/>
                </a:solidFill>
              </a:defRPr>
            </a:defPPr>
            <a:lvl1pPr>
              <a:defRPr sz="2700" b="1">
                <a:solidFill>
                  <a:srgbClr val="F4F5F7"/>
                </a:solidFill>
              </a:defRPr>
            </a:lvl1pPr>
            <a:lvl2pPr>
              <a:defRPr sz="2700" b="1">
                <a:solidFill>
                  <a:srgbClr val="F4F5F7"/>
                </a:solidFill>
              </a:defRPr>
            </a:lvl2pPr>
            <a:lvl3pPr>
              <a:defRPr sz="2700" b="1">
                <a:solidFill>
                  <a:srgbClr val="F4F5F7"/>
                </a:solidFill>
              </a:defRPr>
            </a:lvl3pPr>
            <a:lvl4pPr>
              <a:defRPr sz="2700" b="1">
                <a:solidFill>
                  <a:srgbClr val="F4F5F7"/>
                </a:solidFill>
              </a:defRPr>
            </a:lvl4pPr>
            <a:lvl5pPr>
              <a:defRPr sz="2700" b="1">
                <a:solidFill>
                  <a:srgbClr val="F4F5F7"/>
                </a:solidFill>
              </a:defRPr>
            </a:lvl5pPr>
            <a:lvl6pPr>
              <a:defRPr sz="2700" b="1">
                <a:solidFill>
                  <a:srgbClr val="F4F5F7"/>
                </a:solidFill>
              </a:defRPr>
            </a:lvl6pPr>
            <a:lvl7pPr>
              <a:defRPr sz="2700" b="1">
                <a:solidFill>
                  <a:srgbClr val="F4F5F7"/>
                </a:solidFill>
              </a:defRPr>
            </a:lvl7pPr>
            <a:lvl8pPr>
              <a:defRPr sz="2700" b="1">
                <a:solidFill>
                  <a:srgbClr val="F4F5F7"/>
                </a:solidFill>
              </a:defRPr>
            </a:lvl8pPr>
            <a:lvl9pPr>
              <a:defRPr sz="2700" b="1">
                <a:solidFill>
                  <a:srgbClr val="F4F5F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4F5F7"/>
                </a:solidFill>
              </a:defRPr>
            </a:pPr>
            <a:r>
              <a:rPr sz="2700" b="1">
                <a:solidFill>
                  <a:srgbClr val="F4F5F7"/>
                </a:solidFill>
              </a:rPr>
              <a:t>게임 시스템을 설계하고,</a:t>
            </a:r>
          </a:p>
          <a:p xmlns:a="http://schemas.openxmlformats.org/drawingml/2006/main">
            <a:pPr>
              <a:defRPr sz="2700" b="1">
                <a:solidFill>
                  <a:srgbClr val="F4F5F7"/>
                </a:solidFill>
              </a:defRPr>
            </a:pPr>
            <a:r>
              <a:rPr sz="2700" b="1">
                <a:solidFill>
                  <a:srgbClr val="F4F5F7"/>
                </a:solidFill>
              </a:rPr>
              <a:t>플레이 문제를 코드로 해결하는</a:t>
            </a:r>
          </a:p>
          <a:p xmlns:a="http://schemas.openxmlformats.org/drawingml/2006/main">
            <a:pPr>
              <a:defRPr sz="2700" b="1">
                <a:solidFill>
                  <a:srgbClr val="F4F5F7"/>
                </a:solidFill>
              </a:defRPr>
            </a:pPr>
            <a:r>
              <a:rPr sz="2700" b="1">
                <a:solidFill>
                  <a:srgbClr val="F4F5F7"/>
                </a:solidFill>
              </a:rPr>
              <a:t>게임 클라이언트 개발자</a:t>
            </a:r>
          </a:p>
        </p:txBody>
      </p:sp>
      <p:sp>
        <p:nvSpPr>
          <p:cNvPr id="4" name="engine-experience">
            <a:extLst xmlns:a="http://schemas.openxmlformats.org/drawingml/2006/main">
              <a:ext uri="{FF2B5EF4-FFF2-40B4-BE49-F238E27FC236}">
                <a16:creationId xmlns:a16="http://schemas.microsoft.com/office/drawing/2014/main" id="{E46F3BE8-7C8D-48FC-807B-5650042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DCE0E7"/>
                </a:solidFill>
              </a:defRPr>
            </a:defPPr>
            <a:lvl1pPr>
              <a:defRPr sz="1800" b="1">
                <a:solidFill>
                  <a:srgbClr val="DCE0E7"/>
                </a:solidFill>
              </a:defRPr>
            </a:lvl1pPr>
            <a:lvl2pPr>
              <a:defRPr sz="1800" b="1">
                <a:solidFill>
                  <a:srgbClr val="DCE0E7"/>
                </a:solidFill>
              </a:defRPr>
            </a:lvl2pPr>
            <a:lvl3pPr>
              <a:defRPr sz="1800" b="1">
                <a:solidFill>
                  <a:srgbClr val="DCE0E7"/>
                </a:solidFill>
              </a:defRPr>
            </a:lvl3pPr>
            <a:lvl4pPr>
              <a:defRPr sz="1800" b="1">
                <a:solidFill>
                  <a:srgbClr val="DCE0E7"/>
                </a:solidFill>
              </a:defRPr>
            </a:lvl4pPr>
            <a:lvl5pPr>
              <a:defRPr sz="1800" b="1">
                <a:solidFill>
                  <a:srgbClr val="DCE0E7"/>
                </a:solidFill>
              </a:defRPr>
            </a:lvl5pPr>
            <a:lvl6pPr>
              <a:defRPr sz="1800" b="1">
                <a:solidFill>
                  <a:srgbClr val="DCE0E7"/>
                </a:solidFill>
              </a:defRPr>
            </a:lvl6pPr>
            <a:lvl7pPr>
              <a:defRPr sz="1800" b="1">
                <a:solidFill>
                  <a:srgbClr val="DCE0E7"/>
                </a:solidFill>
              </a:defRPr>
            </a:lvl7pPr>
            <a:lvl8pPr>
              <a:defRPr sz="1800" b="1">
                <a:solidFill>
                  <a:srgbClr val="DCE0E7"/>
                </a:solidFill>
              </a:defRPr>
            </a:lvl8pPr>
            <a:lvl9pPr>
              <a:defRPr sz="1800" b="1">
                <a:solidFill>
                  <a:srgbClr val="DCE0E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CE0E7"/>
                </a:solidFill>
              </a:defRPr>
            </a:pPr>
            <a:r>
              <a:rPr sz="1800" b="1">
                <a:solidFill>
                  <a:srgbClr val="DCE0E7"/>
                </a:solidFill>
              </a:rPr>
              <a:t>Unreal C++  /  Unity C#</a:t>
            </a:r>
          </a:p>
        </p:txBody>
      </p:sp>
      <p:sp>
        <p:nvSpPr>
          <p:cNvPr id="5" name="proof-points">
            <a:extLst xmlns:a="http://schemas.openxmlformats.org/drawingml/2006/main">
              <a:ext uri="{FF2B5EF4-FFF2-40B4-BE49-F238E27FC236}">
                <a16:creationId xmlns:a16="http://schemas.microsoft.com/office/drawing/2014/main" id="{EE21BE83-83F5-4DBB-A0A9-D96C399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A9B0BC"/>
                </a:solidFill>
              </a:defRPr>
            </a:defPPr>
            <a:lvl1pPr>
              <a:defRPr sz="1575" b="0">
                <a:solidFill>
                  <a:srgbClr val="A9B0BC"/>
                </a:solidFill>
              </a:defRPr>
            </a:lvl1pPr>
            <a:lvl2pPr>
              <a:defRPr sz="1575" b="0">
                <a:solidFill>
                  <a:srgbClr val="A9B0BC"/>
                </a:solidFill>
              </a:defRPr>
            </a:lvl2pPr>
            <a:lvl3pPr>
              <a:defRPr sz="1575" b="0">
                <a:solidFill>
                  <a:srgbClr val="A9B0BC"/>
                </a:solidFill>
              </a:defRPr>
            </a:lvl3pPr>
            <a:lvl4pPr>
              <a:defRPr sz="1575" b="0">
                <a:solidFill>
                  <a:srgbClr val="A9B0BC"/>
                </a:solidFill>
              </a:defRPr>
            </a:lvl4pPr>
            <a:lvl5pPr>
              <a:defRPr sz="1575" b="0">
                <a:solidFill>
                  <a:srgbClr val="A9B0BC"/>
                </a:solidFill>
              </a:defRPr>
            </a:lvl5pPr>
            <a:lvl6pPr>
              <a:defRPr sz="1575" b="0">
                <a:solidFill>
                  <a:srgbClr val="A9B0BC"/>
                </a:solidFill>
              </a:defRPr>
            </a:lvl6pPr>
            <a:lvl7pPr>
              <a:defRPr sz="1575" b="0">
                <a:solidFill>
                  <a:srgbClr val="A9B0BC"/>
                </a:solidFill>
              </a:defRPr>
            </a:lvl7pPr>
            <a:lvl8pPr>
              <a:defRPr sz="1575" b="0">
                <a:solidFill>
                  <a:srgbClr val="A9B0BC"/>
                </a:solidFill>
              </a:defRPr>
            </a:lvl8pPr>
            <a:lvl9pPr>
              <a:defRPr sz="1575" b="0">
                <a:solidFill>
                  <a:srgbClr val="A9B0B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B0BC"/>
                </a:solidFill>
              </a:defRPr>
            </a:pPr>
            <a:r>
              <a:rPr sz="1575" b="0">
                <a:solidFill>
                  <a:srgbClr val="A9B0BC"/>
                </a:solidFill>
              </a:rPr>
              <a:t>동적 맵 생성, 청크 기반 AI,</a:t>
            </a:r>
          </a:p>
          <a:p xmlns:a="http://schemas.openxmlformats.org/drawingml/2006/main">
            <a:pPr>
              <a:defRPr sz="1575" b="0">
                <a:solidFill>
                  <a:srgbClr val="A9B0BC"/>
                </a:solidFill>
              </a:defRPr>
            </a:pPr>
            <a:r>
              <a:rPr sz="1575" b="0">
                <a:solidFill>
                  <a:srgbClr val="A9B0BC"/>
                </a:solidFill>
              </a:rPr>
              <a:t>이벤트 시스템, 충돌 판정</a:t>
            </a:r>
          </a:p>
        </p:txBody>
      </p:sp>
      <p:sp>
        <p:nvSpPr>
          <p:cNvPr id="6" name="education">
            <a:extLst xmlns:a="http://schemas.openxmlformats.org/drawingml/2006/main">
              <a:ext uri="{FF2B5EF4-FFF2-40B4-BE49-F238E27FC236}">
                <a16:creationId xmlns:a16="http://schemas.microsoft.com/office/drawing/2014/main" id="{EBF30A31-FC0B-4B35-A39A-E6975C8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A9B0BC"/>
                </a:solidFill>
              </a:defRPr>
            </a:defPPr>
            <a:lvl1pPr>
              <a:defRPr sz="1350" b="0">
                <a:solidFill>
                  <a:srgbClr val="A9B0BC"/>
                </a:solidFill>
              </a:defRPr>
            </a:lvl1pPr>
            <a:lvl2pPr>
              <a:defRPr sz="1350" b="0">
                <a:solidFill>
                  <a:srgbClr val="A9B0BC"/>
                </a:solidFill>
              </a:defRPr>
            </a:lvl2pPr>
            <a:lvl3pPr>
              <a:defRPr sz="1350" b="0">
                <a:solidFill>
                  <a:srgbClr val="A9B0BC"/>
                </a:solidFill>
              </a:defRPr>
            </a:lvl3pPr>
            <a:lvl4pPr>
              <a:defRPr sz="1350" b="0">
                <a:solidFill>
                  <a:srgbClr val="A9B0BC"/>
                </a:solidFill>
              </a:defRPr>
            </a:lvl4pPr>
            <a:lvl5pPr>
              <a:defRPr sz="1350" b="0">
                <a:solidFill>
                  <a:srgbClr val="A9B0BC"/>
                </a:solidFill>
              </a:defRPr>
            </a:lvl5pPr>
            <a:lvl6pPr>
              <a:defRPr sz="1350" b="0">
                <a:solidFill>
                  <a:srgbClr val="A9B0BC"/>
                </a:solidFill>
              </a:defRPr>
            </a:lvl6pPr>
            <a:lvl7pPr>
              <a:defRPr sz="1350" b="0">
                <a:solidFill>
                  <a:srgbClr val="A9B0BC"/>
                </a:solidFill>
              </a:defRPr>
            </a:lvl7pPr>
            <a:lvl8pPr>
              <a:defRPr sz="1350" b="0">
                <a:solidFill>
                  <a:srgbClr val="A9B0BC"/>
                </a:solidFill>
              </a:defRPr>
            </a:lvl8pPr>
            <a:lvl9pPr>
              <a:defRPr sz="1350" b="0">
                <a:solidFill>
                  <a:srgbClr val="A9B0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0BC"/>
                </a:solidFill>
              </a:defRPr>
            </a:pPr>
            <a:r>
              <a:rPr sz="1350" b="0">
                <a:solidFill>
                  <a:srgbClr val="A9B0BC"/>
                </a:solidFill>
              </a:rPr>
              <a:t>홍익대학교 게임학부  ·  2027년 2월 졸업 예정</a:t>
            </a:r>
          </a:p>
        </p:txBody>
      </p:sp>
      <p:sp>
        <p:nvSpPr>
          <p:cNvPr id="7" name="contact">
            <a:extLst xmlns:a="http://schemas.openxmlformats.org/drawingml/2006/main">
              <a:ext uri="{FF2B5EF4-FFF2-40B4-BE49-F238E27FC236}">
                <a16:creationId xmlns:a16="http://schemas.microsoft.com/office/drawing/2014/main" id="{FCA04C33-E08E-45EE-96DF-3549F54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DCE0E7"/>
                </a:solidFill>
              </a:defRPr>
            </a:defPPr>
            <a:lvl1pPr>
              <a:defRPr sz="1200" b="0">
                <a:solidFill>
                  <a:srgbClr val="DCE0E7"/>
                </a:solidFill>
              </a:defRPr>
            </a:lvl1pPr>
            <a:lvl2pPr>
              <a:defRPr sz="1200" b="0">
                <a:solidFill>
                  <a:srgbClr val="DCE0E7"/>
                </a:solidFill>
              </a:defRPr>
            </a:lvl2pPr>
            <a:lvl3pPr>
              <a:defRPr sz="1200" b="0">
                <a:solidFill>
                  <a:srgbClr val="DCE0E7"/>
                </a:solidFill>
              </a:defRPr>
            </a:lvl3pPr>
            <a:lvl4pPr>
              <a:defRPr sz="1200" b="0">
                <a:solidFill>
                  <a:srgbClr val="DCE0E7"/>
                </a:solidFill>
              </a:defRPr>
            </a:lvl4pPr>
            <a:lvl5pPr>
              <a:defRPr sz="1200" b="0">
                <a:solidFill>
                  <a:srgbClr val="DCE0E7"/>
                </a:solidFill>
              </a:defRPr>
            </a:lvl5pPr>
            <a:lvl6pPr>
              <a:defRPr sz="1200" b="0">
                <a:solidFill>
                  <a:srgbClr val="DCE0E7"/>
                </a:solidFill>
              </a:defRPr>
            </a:lvl6pPr>
            <a:lvl7pPr>
              <a:defRPr sz="1200" b="0">
                <a:solidFill>
                  <a:srgbClr val="DCE0E7"/>
                </a:solidFill>
              </a:defRPr>
            </a:lvl7pPr>
            <a:lvl8pPr>
              <a:defRPr sz="1200" b="0">
                <a:solidFill>
                  <a:srgbClr val="DCE0E7"/>
                </a:solidFill>
              </a:defRPr>
            </a:lvl8pPr>
            <a:lvl9pPr>
              <a:defRPr sz="1200" b="0">
                <a:solidFill>
                  <a:srgbClr val="DCE0E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CE0E7"/>
                </a:solidFill>
              </a:defRPr>
            </a:pPr>
            <a:r>
              <a:rPr sz="1200" b="0">
                <a:solidFill>
                  <a:srgbClr val="DCE0E7"/>
                </a:solidFill>
              </a:rPr>
              <a:t>kimsoohyen@naver.com     github.com/YGY992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8CBFB-F45E-44B2-AD27-25921611C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1265a5928463a"/>
          <a:srcRect xmlns:a="http://schemas.openxmlformats.org/drawingml/2006/main" l="0" t="127" r="0" b="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447800"/>
            <a:ext cx="5143500" cy="2895600"/>
          </a:xfrm>
          <a:prstGeom xmlns:a="http://schemas.openxmlformats.org/drawingml/2006/main" prst="rect">
            <a:avLst/>
          </a:prstGeom>
        </p:spPr>
      </p:pic>
      <p:sp>
        <p:nvSpPr>
          <p:cNvPr id="9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70E4C2BF-EF04-49F5-8B06-65663D0F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4F5F7"/>
                </a:solidFill>
              </a:defRPr>
            </a:defPPr>
            <a:lvl1pPr>
              <a:defRPr sz="1500" b="1">
                <a:solidFill>
                  <a:srgbClr val="F4F5F7"/>
                </a:solidFill>
              </a:defRPr>
            </a:lvl1pPr>
            <a:lvl2pPr>
              <a:defRPr sz="1500" b="1">
                <a:solidFill>
                  <a:srgbClr val="F4F5F7"/>
                </a:solidFill>
              </a:defRPr>
            </a:lvl2pPr>
            <a:lvl3pPr>
              <a:defRPr sz="1500" b="1">
                <a:solidFill>
                  <a:srgbClr val="F4F5F7"/>
                </a:solidFill>
              </a:defRPr>
            </a:lvl3pPr>
            <a:lvl4pPr>
              <a:defRPr sz="1500" b="1">
                <a:solidFill>
                  <a:srgbClr val="F4F5F7"/>
                </a:solidFill>
              </a:defRPr>
            </a:lvl4pPr>
            <a:lvl5pPr>
              <a:defRPr sz="1500" b="1">
                <a:solidFill>
                  <a:srgbClr val="F4F5F7"/>
                </a:solidFill>
              </a:defRPr>
            </a:lvl5pPr>
            <a:lvl6pPr>
              <a:defRPr sz="1500" b="1">
                <a:solidFill>
                  <a:srgbClr val="F4F5F7"/>
                </a:solidFill>
              </a:defRPr>
            </a:lvl6pPr>
            <a:lvl7pPr>
              <a:defRPr sz="1500" b="1">
                <a:solidFill>
                  <a:srgbClr val="F4F5F7"/>
                </a:solidFill>
              </a:defRPr>
            </a:lvl7pPr>
            <a:lvl8pPr>
              <a:defRPr sz="1500" b="1">
                <a:solidFill>
                  <a:srgbClr val="F4F5F7"/>
                </a:solidFill>
              </a:defRPr>
            </a:lvl8pPr>
            <a:lvl9pPr>
              <a:defRPr sz="1500" b="1">
                <a:solidFill>
                  <a:srgbClr val="F4F5F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F5F7"/>
                </a:solidFill>
              </a:defRPr>
            </a:pPr>
            <a:r>
              <a:rPr sz="1500" b="1">
                <a:solidFill>
                  <a:srgbClr val="F4F5F7"/>
                </a:solidFill>
              </a:rPr>
              <a:t>NEAPOLITAN</a:t>
            </a:r>
          </a:p>
        </p:txBody>
      </p:sp>
      <p:sp>
        <p:nvSpPr>
          <p:cNvPr id="10" name="project-caption">
            <a:extLst xmlns:a="http://schemas.openxmlformats.org/drawingml/2006/main">
              <a:ext uri="{FF2B5EF4-FFF2-40B4-BE49-F238E27FC236}">
                <a16:creationId xmlns:a16="http://schemas.microsoft.com/office/drawing/2014/main" id="{066ABB69-162A-47AF-9642-606DAB34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625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A9B0BC"/>
                </a:solidFill>
              </a:defRPr>
            </a:defPPr>
            <a:lvl1pPr>
              <a:defRPr sz="1425" b="0">
                <a:solidFill>
                  <a:srgbClr val="A9B0BC"/>
                </a:solidFill>
              </a:defRPr>
            </a:lvl1pPr>
            <a:lvl2pPr>
              <a:defRPr sz="1425" b="0">
                <a:solidFill>
                  <a:srgbClr val="A9B0BC"/>
                </a:solidFill>
              </a:defRPr>
            </a:lvl2pPr>
            <a:lvl3pPr>
              <a:defRPr sz="1425" b="0">
                <a:solidFill>
                  <a:srgbClr val="A9B0BC"/>
                </a:solidFill>
              </a:defRPr>
            </a:lvl3pPr>
            <a:lvl4pPr>
              <a:defRPr sz="1425" b="0">
                <a:solidFill>
                  <a:srgbClr val="A9B0BC"/>
                </a:solidFill>
              </a:defRPr>
            </a:lvl4pPr>
            <a:lvl5pPr>
              <a:defRPr sz="1425" b="0">
                <a:solidFill>
                  <a:srgbClr val="A9B0BC"/>
                </a:solidFill>
              </a:defRPr>
            </a:lvl5pPr>
            <a:lvl6pPr>
              <a:defRPr sz="1425" b="0">
                <a:solidFill>
                  <a:srgbClr val="A9B0BC"/>
                </a:solidFill>
              </a:defRPr>
            </a:lvl6pPr>
            <a:lvl7pPr>
              <a:defRPr sz="1425" b="0">
                <a:solidFill>
                  <a:srgbClr val="A9B0BC"/>
                </a:solidFill>
              </a:defRPr>
            </a:lvl7pPr>
            <a:lvl8pPr>
              <a:defRPr sz="1425" b="0">
                <a:solidFill>
                  <a:srgbClr val="A9B0BC"/>
                </a:solidFill>
              </a:defRPr>
            </a:lvl8pPr>
            <a:lvl9pPr>
              <a:defRPr sz="1425" b="0">
                <a:solidFill>
                  <a:srgbClr val="A9B0B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9B0BC"/>
                </a:solidFill>
              </a:defRPr>
            </a:pPr>
            <a:r>
              <a:rPr sz="1425" b="0">
                <a:solidFill>
                  <a:srgbClr val="A9B0BC"/>
                </a:solidFill>
              </a:rPr>
              <a:t>동적 미로 생성과 청크 기반 AI 구현</a:t>
            </a:r>
          </a:p>
        </p:txBody>
      </p:sp>
    </p:spTree>
    <p:extLst>
      <p:ext uri="{BB962C8B-B14F-4D97-AF65-F5344CB8AC3E}">
        <p14:creationId xmlns:p14="http://schemas.microsoft.com/office/powerpoint/2010/main" val="257579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2026-10-19T02:33:31.0080000Z</dcterms:created>
  <dcterms:modified xsi:type="dcterms:W3CDTF">2026-10-19T02:33:31.0080000Z</dcterms:modified>
</coreProperties>
</file>